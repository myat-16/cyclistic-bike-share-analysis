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mbolo\Stastic_project\Data\Cyclistic%20Bike%20Share%20DashBoard%20Analysis\July-Sep\DashBoard_Project2_July_Sep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mbolo\Stastic_project\Data\Cyclistic%20Bike%20Share%20DashBoard%20Analysis\July-Sep\DashBoard_Project2_July_Se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mbolo\Stastic_project\Data\Cyclistic%20Bike%20Share%20DashBoard%20Analysis\July-Sep\DashBoard_Project2_July_Sep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imbolo\Stastic_project\Data\Cyclistic%20Bike%20Share%20DashBoard%20Analysis\July-Sep\DashBoard_Project2_July_Sep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mbolo\Stastic_project\Data\Cyclistic%20Bike%20Share%20DashBoard%20Analysis\July-Sep\DashBoard_Project2_July_Sep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[DashBoard_Project2_July_Sep.xlsx]DailyPV!PivotTable3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Monthly</a:t>
            </a:r>
            <a:r>
              <a:rPr lang="en-US" sz="1200" baseline="0"/>
              <a:t> Summary</a:t>
            </a:r>
            <a:endParaRPr lang="en-US" sz="12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DailyPV!$G$24</c:f>
              <c:strCache>
                <c:ptCount val="1"/>
                <c:pt idx="0">
                  <c:v>RideCount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DailyPV!$F$25:$F$28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DailyPV!$G$25:$G$28</c:f>
              <c:numCache>
                <c:formatCode>#,##0,"K"</c:formatCode>
                <c:ptCount val="3"/>
                <c:pt idx="0">
                  <c:v>692321</c:v>
                </c:pt>
                <c:pt idx="1">
                  <c:v>674409</c:v>
                </c:pt>
                <c:pt idx="2">
                  <c:v>621150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77-4ADE-9213-9790ABC527D1}"/>
            </c:ext>
          </c:extLst>
        </c:ser>
        <c:ser>
          <c:idx val="1"/>
          <c:order val="1"/>
          <c:tx>
            <c:strRef>
              <c:f>DailyPV!$H$24</c:f>
              <c:strCache>
                <c:ptCount val="1"/>
                <c:pt idx="0">
                  <c:v>CasualCount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DailyPV!$F$25:$F$28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DailyPV!$H$25:$H$28</c:f>
              <c:numCache>
                <c:formatCode>#,##0,"K"</c:formatCode>
                <c:ptCount val="3"/>
                <c:pt idx="0">
                  <c:v>369415</c:v>
                </c:pt>
                <c:pt idx="1">
                  <c:v>341476</c:v>
                </c:pt>
                <c:pt idx="2">
                  <c:v>292931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77-4ADE-9213-9790ABC527D1}"/>
            </c:ext>
          </c:extLst>
        </c:ser>
        <c:ser>
          <c:idx val="2"/>
          <c:order val="2"/>
          <c:tx>
            <c:strRef>
              <c:f>DailyPV!$I$24</c:f>
              <c:strCache>
                <c:ptCount val="1"/>
                <c:pt idx="0">
                  <c:v>MemberCount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DailyPV!$F$25:$F$28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DailyPV!$I$25:$I$28</c:f>
              <c:numCache>
                <c:formatCode>#,##0,"K"</c:formatCode>
                <c:ptCount val="3"/>
                <c:pt idx="0">
                  <c:v>322906</c:v>
                </c:pt>
                <c:pt idx="1">
                  <c:v>332933</c:v>
                </c:pt>
                <c:pt idx="2">
                  <c:v>328219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77-4ADE-9213-9790ABC527D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38449295"/>
        <c:axId val="638444495"/>
      </c:barChart>
      <c:catAx>
        <c:axId val="638449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8444495"/>
        <c:crosses val="autoZero"/>
        <c:auto val="1"/>
        <c:lblAlgn val="ctr"/>
        <c:lblOffset val="100"/>
        <c:noMultiLvlLbl val="0"/>
      </c:catAx>
      <c:valAx>
        <c:axId val="638444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,&quot;K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8449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[DashBoard_Project2_July_Sep.xlsx]DailyPV!PivotTable2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Daily</a:t>
            </a:r>
            <a:r>
              <a:rPr lang="en-US" baseline="0"/>
              <a:t> Summary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DailyPV!$B$9</c:f>
              <c:strCache>
                <c:ptCount val="1"/>
                <c:pt idx="0">
                  <c:v>RideCount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DailyPV!$A$10:$A$102</c:f>
              <c:strCache>
                <c:ptCount val="92"/>
                <c:pt idx="0">
                  <c:v>01-Jul</c:v>
                </c:pt>
                <c:pt idx="1">
                  <c:v>02-Jul</c:v>
                </c:pt>
                <c:pt idx="2">
                  <c:v>03-Jul</c:v>
                </c:pt>
                <c:pt idx="3">
                  <c:v>04-Jul</c:v>
                </c:pt>
                <c:pt idx="4">
                  <c:v>05-Jul</c:v>
                </c:pt>
                <c:pt idx="5">
                  <c:v>06-Jul</c:v>
                </c:pt>
                <c:pt idx="6">
                  <c:v>07-Jul</c:v>
                </c:pt>
                <c:pt idx="7">
                  <c:v>08-Jul</c:v>
                </c:pt>
                <c:pt idx="8">
                  <c:v>09-Jul</c:v>
                </c:pt>
                <c:pt idx="9">
                  <c:v>10-Jul</c:v>
                </c:pt>
                <c:pt idx="10">
                  <c:v>11-Jul</c:v>
                </c:pt>
                <c:pt idx="11">
                  <c:v>12-Jul</c:v>
                </c:pt>
                <c:pt idx="12">
                  <c:v>13-Jul</c:v>
                </c:pt>
                <c:pt idx="13">
                  <c:v>14-Jul</c:v>
                </c:pt>
                <c:pt idx="14">
                  <c:v>15-Jul</c:v>
                </c:pt>
                <c:pt idx="15">
                  <c:v>16-Jul</c:v>
                </c:pt>
                <c:pt idx="16">
                  <c:v>17-Jul</c:v>
                </c:pt>
                <c:pt idx="17">
                  <c:v>18-Jul</c:v>
                </c:pt>
                <c:pt idx="18">
                  <c:v>19-Jul</c:v>
                </c:pt>
                <c:pt idx="19">
                  <c:v>20-Jul</c:v>
                </c:pt>
                <c:pt idx="20">
                  <c:v>21-Jul</c:v>
                </c:pt>
                <c:pt idx="21">
                  <c:v>22-Jul</c:v>
                </c:pt>
                <c:pt idx="22">
                  <c:v>23-Jul</c:v>
                </c:pt>
                <c:pt idx="23">
                  <c:v>24-Jul</c:v>
                </c:pt>
                <c:pt idx="24">
                  <c:v>25-Jul</c:v>
                </c:pt>
                <c:pt idx="25">
                  <c:v>26-Jul</c:v>
                </c:pt>
                <c:pt idx="26">
                  <c:v>27-Jul</c:v>
                </c:pt>
                <c:pt idx="27">
                  <c:v>28-Jul</c:v>
                </c:pt>
                <c:pt idx="28">
                  <c:v>29-Jul</c:v>
                </c:pt>
                <c:pt idx="29">
                  <c:v>30-Jul</c:v>
                </c:pt>
                <c:pt idx="30">
                  <c:v>31-Jul</c:v>
                </c:pt>
                <c:pt idx="31">
                  <c:v>01-Aug</c:v>
                </c:pt>
                <c:pt idx="32">
                  <c:v>02-Aug</c:v>
                </c:pt>
                <c:pt idx="33">
                  <c:v>03-Aug</c:v>
                </c:pt>
                <c:pt idx="34">
                  <c:v>04-Aug</c:v>
                </c:pt>
                <c:pt idx="35">
                  <c:v>05-Aug</c:v>
                </c:pt>
                <c:pt idx="36">
                  <c:v>06-Aug</c:v>
                </c:pt>
                <c:pt idx="37">
                  <c:v>07-Aug</c:v>
                </c:pt>
                <c:pt idx="38">
                  <c:v>08-Aug</c:v>
                </c:pt>
                <c:pt idx="39">
                  <c:v>09-Aug</c:v>
                </c:pt>
                <c:pt idx="40">
                  <c:v>10-Aug</c:v>
                </c:pt>
                <c:pt idx="41">
                  <c:v>11-Aug</c:v>
                </c:pt>
                <c:pt idx="42">
                  <c:v>12-Aug</c:v>
                </c:pt>
                <c:pt idx="43">
                  <c:v>13-Aug</c:v>
                </c:pt>
                <c:pt idx="44">
                  <c:v>14-Aug</c:v>
                </c:pt>
                <c:pt idx="45">
                  <c:v>15-Aug</c:v>
                </c:pt>
                <c:pt idx="46">
                  <c:v>16-Aug</c:v>
                </c:pt>
                <c:pt idx="47">
                  <c:v>17-Aug</c:v>
                </c:pt>
                <c:pt idx="48">
                  <c:v>18-Aug</c:v>
                </c:pt>
                <c:pt idx="49">
                  <c:v>19-Aug</c:v>
                </c:pt>
                <c:pt idx="50">
                  <c:v>20-Aug</c:v>
                </c:pt>
                <c:pt idx="51">
                  <c:v>21-Aug</c:v>
                </c:pt>
                <c:pt idx="52">
                  <c:v>22-Aug</c:v>
                </c:pt>
                <c:pt idx="53">
                  <c:v>23-Aug</c:v>
                </c:pt>
                <c:pt idx="54">
                  <c:v>24-Aug</c:v>
                </c:pt>
                <c:pt idx="55">
                  <c:v>25-Aug</c:v>
                </c:pt>
                <c:pt idx="56">
                  <c:v>26-Aug</c:v>
                </c:pt>
                <c:pt idx="57">
                  <c:v>27-Aug</c:v>
                </c:pt>
                <c:pt idx="58">
                  <c:v>28-Aug</c:v>
                </c:pt>
                <c:pt idx="59">
                  <c:v>29-Aug</c:v>
                </c:pt>
                <c:pt idx="60">
                  <c:v>30-Aug</c:v>
                </c:pt>
                <c:pt idx="61">
                  <c:v>31-Aug</c:v>
                </c:pt>
                <c:pt idx="62">
                  <c:v>01-Sep</c:v>
                </c:pt>
                <c:pt idx="63">
                  <c:v>02-Sep</c:v>
                </c:pt>
                <c:pt idx="64">
                  <c:v>03-Sep</c:v>
                </c:pt>
                <c:pt idx="65">
                  <c:v>04-Sep</c:v>
                </c:pt>
                <c:pt idx="66">
                  <c:v>05-Sep</c:v>
                </c:pt>
                <c:pt idx="67">
                  <c:v>06-Sep</c:v>
                </c:pt>
                <c:pt idx="68">
                  <c:v>07-Sep</c:v>
                </c:pt>
                <c:pt idx="69">
                  <c:v>08-Sep</c:v>
                </c:pt>
                <c:pt idx="70">
                  <c:v>09-Sep</c:v>
                </c:pt>
                <c:pt idx="71">
                  <c:v>10-Sep</c:v>
                </c:pt>
                <c:pt idx="72">
                  <c:v>11-Sep</c:v>
                </c:pt>
                <c:pt idx="73">
                  <c:v>12-Sep</c:v>
                </c:pt>
                <c:pt idx="74">
                  <c:v>13-Sep</c:v>
                </c:pt>
                <c:pt idx="75">
                  <c:v>14-Sep</c:v>
                </c:pt>
                <c:pt idx="76">
                  <c:v>15-Sep</c:v>
                </c:pt>
                <c:pt idx="77">
                  <c:v>16-Sep</c:v>
                </c:pt>
                <c:pt idx="78">
                  <c:v>17-Sep</c:v>
                </c:pt>
                <c:pt idx="79">
                  <c:v>18-Sep</c:v>
                </c:pt>
                <c:pt idx="80">
                  <c:v>19-Sep</c:v>
                </c:pt>
                <c:pt idx="81">
                  <c:v>20-Sep</c:v>
                </c:pt>
                <c:pt idx="82">
                  <c:v>21-Sep</c:v>
                </c:pt>
                <c:pt idx="83">
                  <c:v>22-Sep</c:v>
                </c:pt>
                <c:pt idx="84">
                  <c:v>23-Sep</c:v>
                </c:pt>
                <c:pt idx="85">
                  <c:v>24-Sep</c:v>
                </c:pt>
                <c:pt idx="86">
                  <c:v>25-Sep</c:v>
                </c:pt>
                <c:pt idx="87">
                  <c:v>26-Sep</c:v>
                </c:pt>
                <c:pt idx="88">
                  <c:v>27-Sep</c:v>
                </c:pt>
                <c:pt idx="89">
                  <c:v>28-Sep</c:v>
                </c:pt>
                <c:pt idx="90">
                  <c:v>29-Sep</c:v>
                </c:pt>
                <c:pt idx="91">
                  <c:v>30-Sep</c:v>
                </c:pt>
              </c:strCache>
            </c:strRef>
          </c:cat>
          <c:val>
            <c:numRef>
              <c:f>DailyPV!$B$10:$B$102</c:f>
              <c:numCache>
                <c:formatCode>General</c:formatCode>
                <c:ptCount val="92"/>
                <c:pt idx="0">
                  <c:v>20661</c:v>
                </c:pt>
                <c:pt idx="1">
                  <c:v>22326</c:v>
                </c:pt>
                <c:pt idx="2">
                  <c:v>28036</c:v>
                </c:pt>
                <c:pt idx="3">
                  <c:v>28086</c:v>
                </c:pt>
                <c:pt idx="4">
                  <c:v>23317</c:v>
                </c:pt>
                <c:pt idx="5">
                  <c:v>19473</c:v>
                </c:pt>
                <c:pt idx="6">
                  <c:v>19111</c:v>
                </c:pt>
                <c:pt idx="7">
                  <c:v>19031</c:v>
                </c:pt>
                <c:pt idx="8">
                  <c:v>24713</c:v>
                </c:pt>
                <c:pt idx="9">
                  <c:v>20944</c:v>
                </c:pt>
                <c:pt idx="10">
                  <c:v>10558</c:v>
                </c:pt>
                <c:pt idx="11">
                  <c:v>16634</c:v>
                </c:pt>
                <c:pt idx="12">
                  <c:v>19040</c:v>
                </c:pt>
                <c:pt idx="13">
                  <c:v>21134</c:v>
                </c:pt>
                <c:pt idx="14">
                  <c:v>17094</c:v>
                </c:pt>
                <c:pt idx="15">
                  <c:v>19541</c:v>
                </c:pt>
                <c:pt idx="16">
                  <c:v>31877</c:v>
                </c:pt>
                <c:pt idx="17">
                  <c:v>27353</c:v>
                </c:pt>
                <c:pt idx="18">
                  <c:v>19867</c:v>
                </c:pt>
                <c:pt idx="19">
                  <c:v>21587</c:v>
                </c:pt>
                <c:pt idx="20">
                  <c:v>21291</c:v>
                </c:pt>
                <c:pt idx="21">
                  <c:v>21986</c:v>
                </c:pt>
                <c:pt idx="22">
                  <c:v>21713</c:v>
                </c:pt>
                <c:pt idx="23">
                  <c:v>27322</c:v>
                </c:pt>
                <c:pt idx="24">
                  <c:v>26978</c:v>
                </c:pt>
                <c:pt idx="25">
                  <c:v>20321</c:v>
                </c:pt>
                <c:pt idx="26">
                  <c:v>21350</c:v>
                </c:pt>
                <c:pt idx="27">
                  <c:v>22253</c:v>
                </c:pt>
                <c:pt idx="28">
                  <c:v>22841</c:v>
                </c:pt>
                <c:pt idx="29">
                  <c:v>24917</c:v>
                </c:pt>
                <c:pt idx="30">
                  <c:v>30966</c:v>
                </c:pt>
                <c:pt idx="31">
                  <c:v>25601</c:v>
                </c:pt>
                <c:pt idx="32">
                  <c:v>19443</c:v>
                </c:pt>
                <c:pt idx="33">
                  <c:v>20559</c:v>
                </c:pt>
                <c:pt idx="34">
                  <c:v>21065</c:v>
                </c:pt>
                <c:pt idx="35">
                  <c:v>21927</c:v>
                </c:pt>
                <c:pt idx="36">
                  <c:v>22585</c:v>
                </c:pt>
                <c:pt idx="37">
                  <c:v>30467</c:v>
                </c:pt>
                <c:pt idx="38">
                  <c:v>23038</c:v>
                </c:pt>
                <c:pt idx="39">
                  <c:v>14026</c:v>
                </c:pt>
                <c:pt idx="40">
                  <c:v>17085</c:v>
                </c:pt>
                <c:pt idx="41">
                  <c:v>17845</c:v>
                </c:pt>
                <c:pt idx="42">
                  <c:v>20310</c:v>
                </c:pt>
                <c:pt idx="43">
                  <c:v>24250</c:v>
                </c:pt>
                <c:pt idx="44">
                  <c:v>32693</c:v>
                </c:pt>
                <c:pt idx="45">
                  <c:v>26922</c:v>
                </c:pt>
                <c:pt idx="46">
                  <c:v>19543</c:v>
                </c:pt>
                <c:pt idx="47">
                  <c:v>20916</c:v>
                </c:pt>
                <c:pt idx="48">
                  <c:v>21129</c:v>
                </c:pt>
                <c:pt idx="49">
                  <c:v>21063</c:v>
                </c:pt>
                <c:pt idx="50">
                  <c:v>23525</c:v>
                </c:pt>
                <c:pt idx="51">
                  <c:v>26591</c:v>
                </c:pt>
                <c:pt idx="52">
                  <c:v>25823</c:v>
                </c:pt>
                <c:pt idx="53">
                  <c:v>19457</c:v>
                </c:pt>
                <c:pt idx="54">
                  <c:v>14416</c:v>
                </c:pt>
                <c:pt idx="55">
                  <c:v>16900</c:v>
                </c:pt>
                <c:pt idx="56">
                  <c:v>21698</c:v>
                </c:pt>
                <c:pt idx="57">
                  <c:v>22544</c:v>
                </c:pt>
                <c:pt idx="58">
                  <c:v>25713</c:v>
                </c:pt>
                <c:pt idx="59">
                  <c:v>19766</c:v>
                </c:pt>
                <c:pt idx="60">
                  <c:v>18541</c:v>
                </c:pt>
                <c:pt idx="61">
                  <c:v>18968</c:v>
                </c:pt>
                <c:pt idx="62">
                  <c:v>20958</c:v>
                </c:pt>
                <c:pt idx="63">
                  <c:v>20617</c:v>
                </c:pt>
                <c:pt idx="64">
                  <c:v>19491</c:v>
                </c:pt>
                <c:pt idx="65">
                  <c:v>23347</c:v>
                </c:pt>
                <c:pt idx="66">
                  <c:v>28158</c:v>
                </c:pt>
                <c:pt idx="67">
                  <c:v>24786</c:v>
                </c:pt>
                <c:pt idx="68">
                  <c:v>15904</c:v>
                </c:pt>
                <c:pt idx="69">
                  <c:v>20167</c:v>
                </c:pt>
                <c:pt idx="70">
                  <c:v>20770</c:v>
                </c:pt>
                <c:pt idx="71">
                  <c:v>22116</c:v>
                </c:pt>
                <c:pt idx="72">
                  <c:v>28074</c:v>
                </c:pt>
                <c:pt idx="73">
                  <c:v>22788</c:v>
                </c:pt>
                <c:pt idx="74">
                  <c:v>17766</c:v>
                </c:pt>
                <c:pt idx="75">
                  <c:v>19359</c:v>
                </c:pt>
                <c:pt idx="76">
                  <c:v>20848</c:v>
                </c:pt>
                <c:pt idx="77">
                  <c:v>22395</c:v>
                </c:pt>
                <c:pt idx="78">
                  <c:v>21727</c:v>
                </c:pt>
                <c:pt idx="79">
                  <c:v>27347</c:v>
                </c:pt>
                <c:pt idx="80">
                  <c:v>23476</c:v>
                </c:pt>
                <c:pt idx="81">
                  <c:v>15968</c:v>
                </c:pt>
                <c:pt idx="82">
                  <c:v>14458</c:v>
                </c:pt>
                <c:pt idx="83">
                  <c:v>13638</c:v>
                </c:pt>
                <c:pt idx="84">
                  <c:v>16652</c:v>
                </c:pt>
                <c:pt idx="85">
                  <c:v>19825</c:v>
                </c:pt>
                <c:pt idx="86">
                  <c:v>24884</c:v>
                </c:pt>
                <c:pt idx="87">
                  <c:v>21716</c:v>
                </c:pt>
                <c:pt idx="88">
                  <c:v>17256</c:v>
                </c:pt>
                <c:pt idx="89">
                  <c:v>18275</c:v>
                </c:pt>
                <c:pt idx="90">
                  <c:v>19156</c:v>
                </c:pt>
                <c:pt idx="91">
                  <c:v>19228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49-4629-901B-B5DE626E27E6}"/>
            </c:ext>
          </c:extLst>
        </c:ser>
        <c:ser>
          <c:idx val="1"/>
          <c:order val="1"/>
          <c:tx>
            <c:strRef>
              <c:f>DailyPV!$C$9</c:f>
              <c:strCache>
                <c:ptCount val="1"/>
                <c:pt idx="0">
                  <c:v>CasualCount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DailyPV!$A$10:$A$102</c:f>
              <c:strCache>
                <c:ptCount val="92"/>
                <c:pt idx="0">
                  <c:v>01-Jul</c:v>
                </c:pt>
                <c:pt idx="1">
                  <c:v>02-Jul</c:v>
                </c:pt>
                <c:pt idx="2">
                  <c:v>03-Jul</c:v>
                </c:pt>
                <c:pt idx="3">
                  <c:v>04-Jul</c:v>
                </c:pt>
                <c:pt idx="4">
                  <c:v>05-Jul</c:v>
                </c:pt>
                <c:pt idx="5">
                  <c:v>06-Jul</c:v>
                </c:pt>
                <c:pt idx="6">
                  <c:v>07-Jul</c:v>
                </c:pt>
                <c:pt idx="7">
                  <c:v>08-Jul</c:v>
                </c:pt>
                <c:pt idx="8">
                  <c:v>09-Jul</c:v>
                </c:pt>
                <c:pt idx="9">
                  <c:v>10-Jul</c:v>
                </c:pt>
                <c:pt idx="10">
                  <c:v>11-Jul</c:v>
                </c:pt>
                <c:pt idx="11">
                  <c:v>12-Jul</c:v>
                </c:pt>
                <c:pt idx="12">
                  <c:v>13-Jul</c:v>
                </c:pt>
                <c:pt idx="13">
                  <c:v>14-Jul</c:v>
                </c:pt>
                <c:pt idx="14">
                  <c:v>15-Jul</c:v>
                </c:pt>
                <c:pt idx="15">
                  <c:v>16-Jul</c:v>
                </c:pt>
                <c:pt idx="16">
                  <c:v>17-Jul</c:v>
                </c:pt>
                <c:pt idx="17">
                  <c:v>18-Jul</c:v>
                </c:pt>
                <c:pt idx="18">
                  <c:v>19-Jul</c:v>
                </c:pt>
                <c:pt idx="19">
                  <c:v>20-Jul</c:v>
                </c:pt>
                <c:pt idx="20">
                  <c:v>21-Jul</c:v>
                </c:pt>
                <c:pt idx="21">
                  <c:v>22-Jul</c:v>
                </c:pt>
                <c:pt idx="22">
                  <c:v>23-Jul</c:v>
                </c:pt>
                <c:pt idx="23">
                  <c:v>24-Jul</c:v>
                </c:pt>
                <c:pt idx="24">
                  <c:v>25-Jul</c:v>
                </c:pt>
                <c:pt idx="25">
                  <c:v>26-Jul</c:v>
                </c:pt>
                <c:pt idx="26">
                  <c:v>27-Jul</c:v>
                </c:pt>
                <c:pt idx="27">
                  <c:v>28-Jul</c:v>
                </c:pt>
                <c:pt idx="28">
                  <c:v>29-Jul</c:v>
                </c:pt>
                <c:pt idx="29">
                  <c:v>30-Jul</c:v>
                </c:pt>
                <c:pt idx="30">
                  <c:v>31-Jul</c:v>
                </c:pt>
                <c:pt idx="31">
                  <c:v>01-Aug</c:v>
                </c:pt>
                <c:pt idx="32">
                  <c:v>02-Aug</c:v>
                </c:pt>
                <c:pt idx="33">
                  <c:v>03-Aug</c:v>
                </c:pt>
                <c:pt idx="34">
                  <c:v>04-Aug</c:v>
                </c:pt>
                <c:pt idx="35">
                  <c:v>05-Aug</c:v>
                </c:pt>
                <c:pt idx="36">
                  <c:v>06-Aug</c:v>
                </c:pt>
                <c:pt idx="37">
                  <c:v>07-Aug</c:v>
                </c:pt>
                <c:pt idx="38">
                  <c:v>08-Aug</c:v>
                </c:pt>
                <c:pt idx="39">
                  <c:v>09-Aug</c:v>
                </c:pt>
                <c:pt idx="40">
                  <c:v>10-Aug</c:v>
                </c:pt>
                <c:pt idx="41">
                  <c:v>11-Aug</c:v>
                </c:pt>
                <c:pt idx="42">
                  <c:v>12-Aug</c:v>
                </c:pt>
                <c:pt idx="43">
                  <c:v>13-Aug</c:v>
                </c:pt>
                <c:pt idx="44">
                  <c:v>14-Aug</c:v>
                </c:pt>
                <c:pt idx="45">
                  <c:v>15-Aug</c:v>
                </c:pt>
                <c:pt idx="46">
                  <c:v>16-Aug</c:v>
                </c:pt>
                <c:pt idx="47">
                  <c:v>17-Aug</c:v>
                </c:pt>
                <c:pt idx="48">
                  <c:v>18-Aug</c:v>
                </c:pt>
                <c:pt idx="49">
                  <c:v>19-Aug</c:v>
                </c:pt>
                <c:pt idx="50">
                  <c:v>20-Aug</c:v>
                </c:pt>
                <c:pt idx="51">
                  <c:v>21-Aug</c:v>
                </c:pt>
                <c:pt idx="52">
                  <c:v>22-Aug</c:v>
                </c:pt>
                <c:pt idx="53">
                  <c:v>23-Aug</c:v>
                </c:pt>
                <c:pt idx="54">
                  <c:v>24-Aug</c:v>
                </c:pt>
                <c:pt idx="55">
                  <c:v>25-Aug</c:v>
                </c:pt>
                <c:pt idx="56">
                  <c:v>26-Aug</c:v>
                </c:pt>
                <c:pt idx="57">
                  <c:v>27-Aug</c:v>
                </c:pt>
                <c:pt idx="58">
                  <c:v>28-Aug</c:v>
                </c:pt>
                <c:pt idx="59">
                  <c:v>29-Aug</c:v>
                </c:pt>
                <c:pt idx="60">
                  <c:v>30-Aug</c:v>
                </c:pt>
                <c:pt idx="61">
                  <c:v>31-Aug</c:v>
                </c:pt>
                <c:pt idx="62">
                  <c:v>01-Sep</c:v>
                </c:pt>
                <c:pt idx="63">
                  <c:v>02-Sep</c:v>
                </c:pt>
                <c:pt idx="64">
                  <c:v>03-Sep</c:v>
                </c:pt>
                <c:pt idx="65">
                  <c:v>04-Sep</c:v>
                </c:pt>
                <c:pt idx="66">
                  <c:v>05-Sep</c:v>
                </c:pt>
                <c:pt idx="67">
                  <c:v>06-Sep</c:v>
                </c:pt>
                <c:pt idx="68">
                  <c:v>07-Sep</c:v>
                </c:pt>
                <c:pt idx="69">
                  <c:v>08-Sep</c:v>
                </c:pt>
                <c:pt idx="70">
                  <c:v>09-Sep</c:v>
                </c:pt>
                <c:pt idx="71">
                  <c:v>10-Sep</c:v>
                </c:pt>
                <c:pt idx="72">
                  <c:v>11-Sep</c:v>
                </c:pt>
                <c:pt idx="73">
                  <c:v>12-Sep</c:v>
                </c:pt>
                <c:pt idx="74">
                  <c:v>13-Sep</c:v>
                </c:pt>
                <c:pt idx="75">
                  <c:v>14-Sep</c:v>
                </c:pt>
                <c:pt idx="76">
                  <c:v>15-Sep</c:v>
                </c:pt>
                <c:pt idx="77">
                  <c:v>16-Sep</c:v>
                </c:pt>
                <c:pt idx="78">
                  <c:v>17-Sep</c:v>
                </c:pt>
                <c:pt idx="79">
                  <c:v>18-Sep</c:v>
                </c:pt>
                <c:pt idx="80">
                  <c:v>19-Sep</c:v>
                </c:pt>
                <c:pt idx="81">
                  <c:v>20-Sep</c:v>
                </c:pt>
                <c:pt idx="82">
                  <c:v>21-Sep</c:v>
                </c:pt>
                <c:pt idx="83">
                  <c:v>22-Sep</c:v>
                </c:pt>
                <c:pt idx="84">
                  <c:v>23-Sep</c:v>
                </c:pt>
                <c:pt idx="85">
                  <c:v>24-Sep</c:v>
                </c:pt>
                <c:pt idx="86">
                  <c:v>25-Sep</c:v>
                </c:pt>
                <c:pt idx="87">
                  <c:v>26-Sep</c:v>
                </c:pt>
                <c:pt idx="88">
                  <c:v>27-Sep</c:v>
                </c:pt>
                <c:pt idx="89">
                  <c:v>28-Sep</c:v>
                </c:pt>
                <c:pt idx="90">
                  <c:v>29-Sep</c:v>
                </c:pt>
                <c:pt idx="91">
                  <c:v>30-Sep</c:v>
                </c:pt>
              </c:strCache>
            </c:strRef>
          </c:cat>
          <c:val>
            <c:numRef>
              <c:f>DailyPV!$C$10:$C$102</c:f>
              <c:numCache>
                <c:formatCode>General</c:formatCode>
                <c:ptCount val="92"/>
                <c:pt idx="0">
                  <c:v>9276</c:v>
                </c:pt>
                <c:pt idx="1">
                  <c:v>11392</c:v>
                </c:pt>
                <c:pt idx="2">
                  <c:v>18533</c:v>
                </c:pt>
                <c:pt idx="3">
                  <c:v>19864</c:v>
                </c:pt>
                <c:pt idx="4">
                  <c:v>14529</c:v>
                </c:pt>
                <c:pt idx="5">
                  <c:v>9269</c:v>
                </c:pt>
                <c:pt idx="6">
                  <c:v>8618</c:v>
                </c:pt>
                <c:pt idx="7">
                  <c:v>8553</c:v>
                </c:pt>
                <c:pt idx="8">
                  <c:v>13386</c:v>
                </c:pt>
                <c:pt idx="9">
                  <c:v>12792</c:v>
                </c:pt>
                <c:pt idx="10">
                  <c:v>5705</c:v>
                </c:pt>
                <c:pt idx="11">
                  <c:v>7169</c:v>
                </c:pt>
                <c:pt idx="12">
                  <c:v>8145</c:v>
                </c:pt>
                <c:pt idx="13">
                  <c:v>9468</c:v>
                </c:pt>
                <c:pt idx="14">
                  <c:v>7533</c:v>
                </c:pt>
                <c:pt idx="15">
                  <c:v>9438</c:v>
                </c:pt>
                <c:pt idx="16">
                  <c:v>20269</c:v>
                </c:pt>
                <c:pt idx="17">
                  <c:v>17222</c:v>
                </c:pt>
                <c:pt idx="18">
                  <c:v>9294</c:v>
                </c:pt>
                <c:pt idx="19">
                  <c:v>9782</c:v>
                </c:pt>
                <c:pt idx="20">
                  <c:v>9337</c:v>
                </c:pt>
                <c:pt idx="21">
                  <c:v>9812</c:v>
                </c:pt>
                <c:pt idx="22">
                  <c:v>11215</c:v>
                </c:pt>
                <c:pt idx="23">
                  <c:v>17360</c:v>
                </c:pt>
                <c:pt idx="24">
                  <c:v>16764</c:v>
                </c:pt>
                <c:pt idx="25">
                  <c:v>9384</c:v>
                </c:pt>
                <c:pt idx="26">
                  <c:v>9535</c:v>
                </c:pt>
                <c:pt idx="27">
                  <c:v>10532</c:v>
                </c:pt>
                <c:pt idx="28">
                  <c:v>11431</c:v>
                </c:pt>
                <c:pt idx="29">
                  <c:v>13833</c:v>
                </c:pt>
                <c:pt idx="30">
                  <c:v>19975</c:v>
                </c:pt>
                <c:pt idx="31">
                  <c:v>16225</c:v>
                </c:pt>
                <c:pt idx="32">
                  <c:v>9094</c:v>
                </c:pt>
                <c:pt idx="33">
                  <c:v>9177</c:v>
                </c:pt>
                <c:pt idx="34">
                  <c:v>9397</c:v>
                </c:pt>
                <c:pt idx="35">
                  <c:v>10326</c:v>
                </c:pt>
                <c:pt idx="36">
                  <c:v>11966</c:v>
                </c:pt>
                <c:pt idx="37">
                  <c:v>19488</c:v>
                </c:pt>
                <c:pt idx="38">
                  <c:v>14104</c:v>
                </c:pt>
                <c:pt idx="39">
                  <c:v>5953</c:v>
                </c:pt>
                <c:pt idx="40">
                  <c:v>7154</c:v>
                </c:pt>
                <c:pt idx="41">
                  <c:v>7283</c:v>
                </c:pt>
                <c:pt idx="42">
                  <c:v>8953</c:v>
                </c:pt>
                <c:pt idx="43">
                  <c:v>12357</c:v>
                </c:pt>
                <c:pt idx="44">
                  <c:v>20267</c:v>
                </c:pt>
                <c:pt idx="45">
                  <c:v>16362</c:v>
                </c:pt>
                <c:pt idx="46">
                  <c:v>8710</c:v>
                </c:pt>
                <c:pt idx="47">
                  <c:v>8847</c:v>
                </c:pt>
                <c:pt idx="48">
                  <c:v>9093</c:v>
                </c:pt>
                <c:pt idx="49">
                  <c:v>9517</c:v>
                </c:pt>
                <c:pt idx="50">
                  <c:v>12490</c:v>
                </c:pt>
                <c:pt idx="51">
                  <c:v>16663</c:v>
                </c:pt>
                <c:pt idx="52">
                  <c:v>15771</c:v>
                </c:pt>
                <c:pt idx="53">
                  <c:v>8467</c:v>
                </c:pt>
                <c:pt idx="54">
                  <c:v>5287</c:v>
                </c:pt>
                <c:pt idx="55">
                  <c:v>6534</c:v>
                </c:pt>
                <c:pt idx="56">
                  <c:v>9426</c:v>
                </c:pt>
                <c:pt idx="57">
                  <c:v>11363</c:v>
                </c:pt>
                <c:pt idx="58">
                  <c:v>15472</c:v>
                </c:pt>
                <c:pt idx="59">
                  <c:v>10927</c:v>
                </c:pt>
                <c:pt idx="60">
                  <c:v>7633</c:v>
                </c:pt>
                <c:pt idx="61">
                  <c:v>7170</c:v>
                </c:pt>
                <c:pt idx="62">
                  <c:v>8240</c:v>
                </c:pt>
                <c:pt idx="63">
                  <c:v>8770</c:v>
                </c:pt>
                <c:pt idx="64">
                  <c:v>9490</c:v>
                </c:pt>
                <c:pt idx="65">
                  <c:v>14518</c:v>
                </c:pt>
                <c:pt idx="66">
                  <c:v>18801</c:v>
                </c:pt>
                <c:pt idx="67">
                  <c:v>15415</c:v>
                </c:pt>
                <c:pt idx="68">
                  <c:v>6039</c:v>
                </c:pt>
                <c:pt idx="69">
                  <c:v>7721</c:v>
                </c:pt>
                <c:pt idx="70">
                  <c:v>8285</c:v>
                </c:pt>
                <c:pt idx="71">
                  <c:v>10255</c:v>
                </c:pt>
                <c:pt idx="72">
                  <c:v>16784</c:v>
                </c:pt>
                <c:pt idx="73">
                  <c:v>12757</c:v>
                </c:pt>
                <c:pt idx="74">
                  <c:v>6908</c:v>
                </c:pt>
                <c:pt idx="75">
                  <c:v>7118</c:v>
                </c:pt>
                <c:pt idx="76">
                  <c:v>8211</c:v>
                </c:pt>
                <c:pt idx="77">
                  <c:v>9788</c:v>
                </c:pt>
                <c:pt idx="78">
                  <c:v>10709</c:v>
                </c:pt>
                <c:pt idx="79">
                  <c:v>16438</c:v>
                </c:pt>
                <c:pt idx="80">
                  <c:v>13762</c:v>
                </c:pt>
                <c:pt idx="81">
                  <c:v>6068</c:v>
                </c:pt>
                <c:pt idx="82">
                  <c:v>4851</c:v>
                </c:pt>
                <c:pt idx="83">
                  <c:v>4324</c:v>
                </c:pt>
                <c:pt idx="84">
                  <c:v>5773</c:v>
                </c:pt>
                <c:pt idx="85">
                  <c:v>8927</c:v>
                </c:pt>
                <c:pt idx="86">
                  <c:v>14516</c:v>
                </c:pt>
                <c:pt idx="87">
                  <c:v>12130</c:v>
                </c:pt>
                <c:pt idx="88">
                  <c:v>6365</c:v>
                </c:pt>
                <c:pt idx="89">
                  <c:v>6315</c:v>
                </c:pt>
                <c:pt idx="90">
                  <c:v>6711</c:v>
                </c:pt>
                <c:pt idx="91">
                  <c:v>6942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49-4629-901B-B5DE626E27E6}"/>
            </c:ext>
          </c:extLst>
        </c:ser>
        <c:ser>
          <c:idx val="2"/>
          <c:order val="2"/>
          <c:tx>
            <c:strRef>
              <c:f>DailyPV!$D$9</c:f>
              <c:strCache>
                <c:ptCount val="1"/>
                <c:pt idx="0">
                  <c:v>MemberCount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DailyPV!$A$10:$A$102</c:f>
              <c:strCache>
                <c:ptCount val="92"/>
                <c:pt idx="0">
                  <c:v>01-Jul</c:v>
                </c:pt>
                <c:pt idx="1">
                  <c:v>02-Jul</c:v>
                </c:pt>
                <c:pt idx="2">
                  <c:v>03-Jul</c:v>
                </c:pt>
                <c:pt idx="3">
                  <c:v>04-Jul</c:v>
                </c:pt>
                <c:pt idx="4">
                  <c:v>05-Jul</c:v>
                </c:pt>
                <c:pt idx="5">
                  <c:v>06-Jul</c:v>
                </c:pt>
                <c:pt idx="6">
                  <c:v>07-Jul</c:v>
                </c:pt>
                <c:pt idx="7">
                  <c:v>08-Jul</c:v>
                </c:pt>
                <c:pt idx="8">
                  <c:v>09-Jul</c:v>
                </c:pt>
                <c:pt idx="9">
                  <c:v>10-Jul</c:v>
                </c:pt>
                <c:pt idx="10">
                  <c:v>11-Jul</c:v>
                </c:pt>
                <c:pt idx="11">
                  <c:v>12-Jul</c:v>
                </c:pt>
                <c:pt idx="12">
                  <c:v>13-Jul</c:v>
                </c:pt>
                <c:pt idx="13">
                  <c:v>14-Jul</c:v>
                </c:pt>
                <c:pt idx="14">
                  <c:v>15-Jul</c:v>
                </c:pt>
                <c:pt idx="15">
                  <c:v>16-Jul</c:v>
                </c:pt>
                <c:pt idx="16">
                  <c:v>17-Jul</c:v>
                </c:pt>
                <c:pt idx="17">
                  <c:v>18-Jul</c:v>
                </c:pt>
                <c:pt idx="18">
                  <c:v>19-Jul</c:v>
                </c:pt>
                <c:pt idx="19">
                  <c:v>20-Jul</c:v>
                </c:pt>
                <c:pt idx="20">
                  <c:v>21-Jul</c:v>
                </c:pt>
                <c:pt idx="21">
                  <c:v>22-Jul</c:v>
                </c:pt>
                <c:pt idx="22">
                  <c:v>23-Jul</c:v>
                </c:pt>
                <c:pt idx="23">
                  <c:v>24-Jul</c:v>
                </c:pt>
                <c:pt idx="24">
                  <c:v>25-Jul</c:v>
                </c:pt>
                <c:pt idx="25">
                  <c:v>26-Jul</c:v>
                </c:pt>
                <c:pt idx="26">
                  <c:v>27-Jul</c:v>
                </c:pt>
                <c:pt idx="27">
                  <c:v>28-Jul</c:v>
                </c:pt>
                <c:pt idx="28">
                  <c:v>29-Jul</c:v>
                </c:pt>
                <c:pt idx="29">
                  <c:v>30-Jul</c:v>
                </c:pt>
                <c:pt idx="30">
                  <c:v>31-Jul</c:v>
                </c:pt>
                <c:pt idx="31">
                  <c:v>01-Aug</c:v>
                </c:pt>
                <c:pt idx="32">
                  <c:v>02-Aug</c:v>
                </c:pt>
                <c:pt idx="33">
                  <c:v>03-Aug</c:v>
                </c:pt>
                <c:pt idx="34">
                  <c:v>04-Aug</c:v>
                </c:pt>
                <c:pt idx="35">
                  <c:v>05-Aug</c:v>
                </c:pt>
                <c:pt idx="36">
                  <c:v>06-Aug</c:v>
                </c:pt>
                <c:pt idx="37">
                  <c:v>07-Aug</c:v>
                </c:pt>
                <c:pt idx="38">
                  <c:v>08-Aug</c:v>
                </c:pt>
                <c:pt idx="39">
                  <c:v>09-Aug</c:v>
                </c:pt>
                <c:pt idx="40">
                  <c:v>10-Aug</c:v>
                </c:pt>
                <c:pt idx="41">
                  <c:v>11-Aug</c:v>
                </c:pt>
                <c:pt idx="42">
                  <c:v>12-Aug</c:v>
                </c:pt>
                <c:pt idx="43">
                  <c:v>13-Aug</c:v>
                </c:pt>
                <c:pt idx="44">
                  <c:v>14-Aug</c:v>
                </c:pt>
                <c:pt idx="45">
                  <c:v>15-Aug</c:v>
                </c:pt>
                <c:pt idx="46">
                  <c:v>16-Aug</c:v>
                </c:pt>
                <c:pt idx="47">
                  <c:v>17-Aug</c:v>
                </c:pt>
                <c:pt idx="48">
                  <c:v>18-Aug</c:v>
                </c:pt>
                <c:pt idx="49">
                  <c:v>19-Aug</c:v>
                </c:pt>
                <c:pt idx="50">
                  <c:v>20-Aug</c:v>
                </c:pt>
                <c:pt idx="51">
                  <c:v>21-Aug</c:v>
                </c:pt>
                <c:pt idx="52">
                  <c:v>22-Aug</c:v>
                </c:pt>
                <c:pt idx="53">
                  <c:v>23-Aug</c:v>
                </c:pt>
                <c:pt idx="54">
                  <c:v>24-Aug</c:v>
                </c:pt>
                <c:pt idx="55">
                  <c:v>25-Aug</c:v>
                </c:pt>
                <c:pt idx="56">
                  <c:v>26-Aug</c:v>
                </c:pt>
                <c:pt idx="57">
                  <c:v>27-Aug</c:v>
                </c:pt>
                <c:pt idx="58">
                  <c:v>28-Aug</c:v>
                </c:pt>
                <c:pt idx="59">
                  <c:v>29-Aug</c:v>
                </c:pt>
                <c:pt idx="60">
                  <c:v>30-Aug</c:v>
                </c:pt>
                <c:pt idx="61">
                  <c:v>31-Aug</c:v>
                </c:pt>
                <c:pt idx="62">
                  <c:v>01-Sep</c:v>
                </c:pt>
                <c:pt idx="63">
                  <c:v>02-Sep</c:v>
                </c:pt>
                <c:pt idx="64">
                  <c:v>03-Sep</c:v>
                </c:pt>
                <c:pt idx="65">
                  <c:v>04-Sep</c:v>
                </c:pt>
                <c:pt idx="66">
                  <c:v>05-Sep</c:v>
                </c:pt>
                <c:pt idx="67">
                  <c:v>06-Sep</c:v>
                </c:pt>
                <c:pt idx="68">
                  <c:v>07-Sep</c:v>
                </c:pt>
                <c:pt idx="69">
                  <c:v>08-Sep</c:v>
                </c:pt>
                <c:pt idx="70">
                  <c:v>09-Sep</c:v>
                </c:pt>
                <c:pt idx="71">
                  <c:v>10-Sep</c:v>
                </c:pt>
                <c:pt idx="72">
                  <c:v>11-Sep</c:v>
                </c:pt>
                <c:pt idx="73">
                  <c:v>12-Sep</c:v>
                </c:pt>
                <c:pt idx="74">
                  <c:v>13-Sep</c:v>
                </c:pt>
                <c:pt idx="75">
                  <c:v>14-Sep</c:v>
                </c:pt>
                <c:pt idx="76">
                  <c:v>15-Sep</c:v>
                </c:pt>
                <c:pt idx="77">
                  <c:v>16-Sep</c:v>
                </c:pt>
                <c:pt idx="78">
                  <c:v>17-Sep</c:v>
                </c:pt>
                <c:pt idx="79">
                  <c:v>18-Sep</c:v>
                </c:pt>
                <c:pt idx="80">
                  <c:v>19-Sep</c:v>
                </c:pt>
                <c:pt idx="81">
                  <c:v>20-Sep</c:v>
                </c:pt>
                <c:pt idx="82">
                  <c:v>21-Sep</c:v>
                </c:pt>
                <c:pt idx="83">
                  <c:v>22-Sep</c:v>
                </c:pt>
                <c:pt idx="84">
                  <c:v>23-Sep</c:v>
                </c:pt>
                <c:pt idx="85">
                  <c:v>24-Sep</c:v>
                </c:pt>
                <c:pt idx="86">
                  <c:v>25-Sep</c:v>
                </c:pt>
                <c:pt idx="87">
                  <c:v>26-Sep</c:v>
                </c:pt>
                <c:pt idx="88">
                  <c:v>27-Sep</c:v>
                </c:pt>
                <c:pt idx="89">
                  <c:v>28-Sep</c:v>
                </c:pt>
                <c:pt idx="90">
                  <c:v>29-Sep</c:v>
                </c:pt>
                <c:pt idx="91">
                  <c:v>30-Sep</c:v>
                </c:pt>
              </c:strCache>
            </c:strRef>
          </c:cat>
          <c:val>
            <c:numRef>
              <c:f>DailyPV!$D$10:$D$102</c:f>
              <c:numCache>
                <c:formatCode>General</c:formatCode>
                <c:ptCount val="92"/>
                <c:pt idx="0">
                  <c:v>11385</c:v>
                </c:pt>
                <c:pt idx="1">
                  <c:v>10934</c:v>
                </c:pt>
                <c:pt idx="2">
                  <c:v>9503</c:v>
                </c:pt>
                <c:pt idx="3">
                  <c:v>8222</c:v>
                </c:pt>
                <c:pt idx="4">
                  <c:v>8788</c:v>
                </c:pt>
                <c:pt idx="5">
                  <c:v>10204</c:v>
                </c:pt>
                <c:pt idx="6">
                  <c:v>10493</c:v>
                </c:pt>
                <c:pt idx="7">
                  <c:v>10478</c:v>
                </c:pt>
                <c:pt idx="8">
                  <c:v>11327</c:v>
                </c:pt>
                <c:pt idx="9">
                  <c:v>8152</c:v>
                </c:pt>
                <c:pt idx="10">
                  <c:v>4853</c:v>
                </c:pt>
                <c:pt idx="11">
                  <c:v>9465</c:v>
                </c:pt>
                <c:pt idx="12">
                  <c:v>10895</c:v>
                </c:pt>
                <c:pt idx="13">
                  <c:v>11666</c:v>
                </c:pt>
                <c:pt idx="14">
                  <c:v>9561</c:v>
                </c:pt>
                <c:pt idx="15">
                  <c:v>10103</c:v>
                </c:pt>
                <c:pt idx="16">
                  <c:v>11608</c:v>
                </c:pt>
                <c:pt idx="17">
                  <c:v>10131</c:v>
                </c:pt>
                <c:pt idx="18">
                  <c:v>10573</c:v>
                </c:pt>
                <c:pt idx="19">
                  <c:v>11805</c:v>
                </c:pt>
                <c:pt idx="20">
                  <c:v>11954</c:v>
                </c:pt>
                <c:pt idx="21">
                  <c:v>12174</c:v>
                </c:pt>
                <c:pt idx="22">
                  <c:v>10498</c:v>
                </c:pt>
                <c:pt idx="23">
                  <c:v>9962</c:v>
                </c:pt>
                <c:pt idx="24">
                  <c:v>10214</c:v>
                </c:pt>
                <c:pt idx="25">
                  <c:v>10937</c:v>
                </c:pt>
                <c:pt idx="26">
                  <c:v>11815</c:v>
                </c:pt>
                <c:pt idx="27">
                  <c:v>11721</c:v>
                </c:pt>
                <c:pt idx="28">
                  <c:v>11410</c:v>
                </c:pt>
                <c:pt idx="29">
                  <c:v>11084</c:v>
                </c:pt>
                <c:pt idx="30">
                  <c:v>10991</c:v>
                </c:pt>
                <c:pt idx="31">
                  <c:v>9376</c:v>
                </c:pt>
                <c:pt idx="32">
                  <c:v>10349</c:v>
                </c:pt>
                <c:pt idx="33">
                  <c:v>11382</c:v>
                </c:pt>
                <c:pt idx="34">
                  <c:v>11668</c:v>
                </c:pt>
                <c:pt idx="35">
                  <c:v>11601</c:v>
                </c:pt>
                <c:pt idx="36">
                  <c:v>10619</c:v>
                </c:pt>
                <c:pt idx="37">
                  <c:v>10979</c:v>
                </c:pt>
                <c:pt idx="38">
                  <c:v>8934</c:v>
                </c:pt>
                <c:pt idx="39">
                  <c:v>8073</c:v>
                </c:pt>
                <c:pt idx="40">
                  <c:v>9931</c:v>
                </c:pt>
                <c:pt idx="41">
                  <c:v>10562</c:v>
                </c:pt>
                <c:pt idx="42">
                  <c:v>11357</c:v>
                </c:pt>
                <c:pt idx="43">
                  <c:v>11893</c:v>
                </c:pt>
                <c:pt idx="44">
                  <c:v>12426</c:v>
                </c:pt>
                <c:pt idx="45">
                  <c:v>10560</c:v>
                </c:pt>
                <c:pt idx="46">
                  <c:v>10833</c:v>
                </c:pt>
                <c:pt idx="47">
                  <c:v>12069</c:v>
                </c:pt>
                <c:pt idx="48">
                  <c:v>12036</c:v>
                </c:pt>
                <c:pt idx="49">
                  <c:v>11546</c:v>
                </c:pt>
                <c:pt idx="50">
                  <c:v>11035</c:v>
                </c:pt>
                <c:pt idx="51">
                  <c:v>9928</c:v>
                </c:pt>
                <c:pt idx="52">
                  <c:v>10052</c:v>
                </c:pt>
                <c:pt idx="53">
                  <c:v>10990</c:v>
                </c:pt>
                <c:pt idx="54">
                  <c:v>9129</c:v>
                </c:pt>
                <c:pt idx="55">
                  <c:v>10366</c:v>
                </c:pt>
                <c:pt idx="56">
                  <c:v>12272</c:v>
                </c:pt>
                <c:pt idx="57">
                  <c:v>11181</c:v>
                </c:pt>
                <c:pt idx="58">
                  <c:v>10241</c:v>
                </c:pt>
                <c:pt idx="59">
                  <c:v>8839</c:v>
                </c:pt>
                <c:pt idx="60">
                  <c:v>10908</c:v>
                </c:pt>
                <c:pt idx="61">
                  <c:v>11798</c:v>
                </c:pt>
                <c:pt idx="62">
                  <c:v>12718</c:v>
                </c:pt>
                <c:pt idx="63">
                  <c:v>11847</c:v>
                </c:pt>
                <c:pt idx="64">
                  <c:v>10001</c:v>
                </c:pt>
                <c:pt idx="65">
                  <c:v>8829</c:v>
                </c:pt>
                <c:pt idx="66">
                  <c:v>9357</c:v>
                </c:pt>
                <c:pt idx="67">
                  <c:v>9371</c:v>
                </c:pt>
                <c:pt idx="68">
                  <c:v>9865</c:v>
                </c:pt>
                <c:pt idx="69">
                  <c:v>12446</c:v>
                </c:pt>
                <c:pt idx="70">
                  <c:v>12485</c:v>
                </c:pt>
                <c:pt idx="71">
                  <c:v>11861</c:v>
                </c:pt>
                <c:pt idx="72">
                  <c:v>11290</c:v>
                </c:pt>
                <c:pt idx="73">
                  <c:v>10031</c:v>
                </c:pt>
                <c:pt idx="74">
                  <c:v>10858</c:v>
                </c:pt>
                <c:pt idx="75">
                  <c:v>12241</c:v>
                </c:pt>
                <c:pt idx="76">
                  <c:v>12637</c:v>
                </c:pt>
                <c:pt idx="77">
                  <c:v>12607</c:v>
                </c:pt>
                <c:pt idx="78">
                  <c:v>11018</c:v>
                </c:pt>
                <c:pt idx="79">
                  <c:v>10909</c:v>
                </c:pt>
                <c:pt idx="80">
                  <c:v>9714</c:v>
                </c:pt>
                <c:pt idx="81">
                  <c:v>9900</c:v>
                </c:pt>
                <c:pt idx="82">
                  <c:v>9607</c:v>
                </c:pt>
                <c:pt idx="83">
                  <c:v>9314</c:v>
                </c:pt>
                <c:pt idx="84">
                  <c:v>10879</c:v>
                </c:pt>
                <c:pt idx="85">
                  <c:v>10898</c:v>
                </c:pt>
                <c:pt idx="86">
                  <c:v>10368</c:v>
                </c:pt>
                <c:pt idx="87">
                  <c:v>9586</c:v>
                </c:pt>
                <c:pt idx="88">
                  <c:v>10891</c:v>
                </c:pt>
                <c:pt idx="89">
                  <c:v>11960</c:v>
                </c:pt>
                <c:pt idx="90">
                  <c:v>12445</c:v>
                </c:pt>
                <c:pt idx="91">
                  <c:v>12286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49-4629-901B-B5DE626E27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8396015"/>
        <c:axId val="638412815"/>
      </c:lineChart>
      <c:catAx>
        <c:axId val="638396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8412815"/>
        <c:crosses val="autoZero"/>
        <c:auto val="1"/>
        <c:lblAlgn val="ctr"/>
        <c:lblOffset val="100"/>
        <c:noMultiLvlLbl val="0"/>
      </c:catAx>
      <c:valAx>
        <c:axId val="638412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8396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[DashBoard_Project2_July_Sep.xlsx]daily_ave_ride_duration_by_user!PivotTable7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0" i="0" u="none" strike="noStrike" baseline="0"/>
              <a:t>Monthly Average  Duration by User Type</a:t>
            </a:r>
            <a:endParaRPr lang="en-US" sz="12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daily_ave_ride_duration_by_user!$F$3</c:f>
              <c:strCache>
                <c:ptCount val="1"/>
                <c:pt idx="0">
                  <c:v>CasualRide_Minutes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daily_ave_ride_duration_by_user!$E$4:$E$7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daily_ave_ride_duration_by_user!$F$4:$F$7</c:f>
              <c:numCache>
                <c:formatCode>0</c:formatCode>
                <c:ptCount val="3"/>
                <c:pt idx="0">
                  <c:v>1006.1659190073308</c:v>
                </c:pt>
                <c:pt idx="1">
                  <c:v>860.95086448810605</c:v>
                </c:pt>
                <c:pt idx="2">
                  <c:v>789.92311689928977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E9-4F55-A1DD-ED788B6F48D4}"/>
            </c:ext>
          </c:extLst>
        </c:ser>
        <c:ser>
          <c:idx val="1"/>
          <c:order val="1"/>
          <c:tx>
            <c:strRef>
              <c:f>daily_ave_ride_duration_by_user!$G$3</c:f>
              <c:strCache>
                <c:ptCount val="1"/>
                <c:pt idx="0">
                  <c:v>MemberRide_Minutes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daily_ave_ride_duration_by_user!$E$4:$E$7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daily_ave_ride_duration_by_user!$G$4:$G$7</c:f>
              <c:numCache>
                <c:formatCode>0</c:formatCode>
                <c:ptCount val="3"/>
                <c:pt idx="0">
                  <c:v>429.06103503812062</c:v>
                </c:pt>
                <c:pt idx="1">
                  <c:v>420.4943948000992</c:v>
                </c:pt>
                <c:pt idx="2">
                  <c:v>395.77832732414498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E9-4F55-A1DD-ED788B6F48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75029711"/>
        <c:axId val="775037391"/>
      </c:barChart>
      <c:catAx>
        <c:axId val="775029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5037391"/>
        <c:crosses val="autoZero"/>
        <c:auto val="1"/>
        <c:lblAlgn val="ctr"/>
        <c:lblOffset val="100"/>
        <c:noMultiLvlLbl val="0"/>
      </c:catAx>
      <c:valAx>
        <c:axId val="775037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5029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[DashBoard_Project2_July_Sep.xlsx]daily_ave_ride_duration_by_bike!PivotTable8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Monthly Average Duration by Bike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daily_ave_ride_duration_by_bike!$G$3</c:f>
              <c:strCache>
                <c:ptCount val="1"/>
                <c:pt idx="0">
                  <c:v>ClassicBike_duration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daily_ave_ride_duration_by_bike!$F$4:$F$6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daily_ave_ride_duration_by_bike!$G$4:$G$6</c:f>
              <c:numCache>
                <c:formatCode>0</c:formatCode>
                <c:ptCount val="3"/>
                <c:pt idx="0">
                  <c:v>592.50734747081015</c:v>
                </c:pt>
                <c:pt idx="1">
                  <c:v>567.95689655304216</c:v>
                </c:pt>
                <c:pt idx="2">
                  <c:v>524.78133085283719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80-42B7-B176-081B0343635A}"/>
            </c:ext>
          </c:extLst>
        </c:ser>
        <c:ser>
          <c:idx val="1"/>
          <c:order val="1"/>
          <c:tx>
            <c:strRef>
              <c:f>daily_ave_ride_duration_by_bike!$H$3</c:f>
              <c:strCache>
                <c:ptCount val="1"/>
                <c:pt idx="0">
                  <c:v>DockedBike_duration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daily_ave_ride_duration_by_bike!$F$4:$F$6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daily_ave_ride_duration_by_bike!$H$4:$H$6</c:f>
              <c:numCache>
                <c:formatCode>0</c:formatCode>
                <c:ptCount val="3"/>
                <c:pt idx="0">
                  <c:v>2484.3058299850277</c:v>
                </c:pt>
                <c:pt idx="1">
                  <c:v>1829.5958031039111</c:v>
                </c:pt>
                <c:pt idx="2">
                  <c:v>1784.0637062778508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80-42B7-B176-081B0343635A}"/>
            </c:ext>
          </c:extLst>
        </c:ser>
        <c:ser>
          <c:idx val="2"/>
          <c:order val="2"/>
          <c:tx>
            <c:strRef>
              <c:f>daily_ave_ride_duration_by_bike!$I$3</c:f>
              <c:strCache>
                <c:ptCount val="1"/>
                <c:pt idx="0">
                  <c:v>ElectricBike_duration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daily_ave_ride_duration_by_bike!$F$4:$F$6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daily_ave_ride_duration_by_bike!$I$4:$I$6</c:f>
              <c:numCache>
                <c:formatCode>0</c:formatCode>
                <c:ptCount val="3"/>
                <c:pt idx="0">
                  <c:v>543.91452159138555</c:v>
                </c:pt>
                <c:pt idx="1">
                  <c:v>525.60148740120997</c:v>
                </c:pt>
                <c:pt idx="2">
                  <c:v>478.82366432573889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F80-42B7-B176-081B034363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773204159"/>
        <c:axId val="773204639"/>
      </c:barChart>
      <c:catAx>
        <c:axId val="773204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3204639"/>
        <c:crosses val="autoZero"/>
        <c:auto val="1"/>
        <c:lblAlgn val="ctr"/>
        <c:lblOffset val="100"/>
        <c:noMultiLvlLbl val="0"/>
      </c:catAx>
      <c:valAx>
        <c:axId val="7732046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3204159"/>
        <c:crosses val="autoZero"/>
        <c:crossBetween val="between"/>
      </c:valAx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[DashBoard_Project2_July_Sep.xlsx]weekly_data (2)!PivotTable10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Weekly</a:t>
            </a:r>
            <a:r>
              <a:rPr lang="en-US" sz="1200" baseline="0"/>
              <a:t> Summary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'weekly_data (2)'!$H$2</c:f>
              <c:strCache>
                <c:ptCount val="1"/>
                <c:pt idx="0">
                  <c:v>RideCount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'weekly_data (2)'!$G$3:$G$10</c:f>
              <c:strCache>
                <c:ptCount val="7"/>
                <c:pt idx="0">
                  <c:v>Saturday</c:v>
                </c:pt>
                <c:pt idx="1">
                  <c:v>Sunday</c:v>
                </c:pt>
                <c:pt idx="2">
                  <c:v>Friday</c:v>
                </c:pt>
                <c:pt idx="3">
                  <c:v>Thursday</c:v>
                </c:pt>
                <c:pt idx="4">
                  <c:v>Wednesday</c:v>
                </c:pt>
                <c:pt idx="5">
                  <c:v>Monday</c:v>
                </c:pt>
                <c:pt idx="6">
                  <c:v>Tuesday</c:v>
                </c:pt>
              </c:strCache>
            </c:strRef>
          </c:cat>
          <c:val>
            <c:numRef>
              <c:f>'weekly_data (2)'!$H$3:$H$10</c:f>
              <c:numCache>
                <c:formatCode>General</c:formatCode>
                <c:ptCount val="7"/>
                <c:pt idx="0">
                  <c:v>358261</c:v>
                </c:pt>
                <c:pt idx="1">
                  <c:v>310263</c:v>
                </c:pt>
                <c:pt idx="2">
                  <c:v>289273</c:v>
                </c:pt>
                <c:pt idx="3">
                  <c:v>286273</c:v>
                </c:pt>
                <c:pt idx="4">
                  <c:v>255495</c:v>
                </c:pt>
                <c:pt idx="5">
                  <c:v>246925</c:v>
                </c:pt>
                <c:pt idx="6">
                  <c:v>241390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A-4C5F-804A-F297992CDA92}"/>
            </c:ext>
          </c:extLst>
        </c:ser>
        <c:ser>
          <c:idx val="1"/>
          <c:order val="1"/>
          <c:tx>
            <c:strRef>
              <c:f>'weekly_data (2)'!$I$2</c:f>
              <c:strCache>
                <c:ptCount val="1"/>
                <c:pt idx="0">
                  <c:v>CasualCount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'weekly_data (2)'!$G$3:$G$10</c:f>
              <c:strCache>
                <c:ptCount val="7"/>
                <c:pt idx="0">
                  <c:v>Saturday</c:v>
                </c:pt>
                <c:pt idx="1">
                  <c:v>Sunday</c:v>
                </c:pt>
                <c:pt idx="2">
                  <c:v>Friday</c:v>
                </c:pt>
                <c:pt idx="3">
                  <c:v>Thursday</c:v>
                </c:pt>
                <c:pt idx="4">
                  <c:v>Wednesday</c:v>
                </c:pt>
                <c:pt idx="5">
                  <c:v>Monday</c:v>
                </c:pt>
                <c:pt idx="6">
                  <c:v>Tuesday</c:v>
                </c:pt>
              </c:strCache>
            </c:strRef>
          </c:cat>
          <c:val>
            <c:numRef>
              <c:f>'weekly_data (2)'!$I$3:$I$10</c:f>
              <c:numCache>
                <c:formatCode>General</c:formatCode>
                <c:ptCount val="7"/>
                <c:pt idx="0">
                  <c:v>223075</c:v>
                </c:pt>
                <c:pt idx="1">
                  <c:v>190394</c:v>
                </c:pt>
                <c:pt idx="2">
                  <c:v>146821</c:v>
                </c:pt>
                <c:pt idx="3">
                  <c:v>124385</c:v>
                </c:pt>
                <c:pt idx="4">
                  <c:v>105469</c:v>
                </c:pt>
                <c:pt idx="5">
                  <c:v>114989</c:v>
                </c:pt>
                <c:pt idx="6">
                  <c:v>98689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BA-4C5F-804A-F297992CDA92}"/>
            </c:ext>
          </c:extLst>
        </c:ser>
        <c:ser>
          <c:idx val="2"/>
          <c:order val="2"/>
          <c:tx>
            <c:strRef>
              <c:f>'weekly_data (2)'!$J$2</c:f>
              <c:strCache>
                <c:ptCount val="1"/>
                <c:pt idx="0">
                  <c:v>MemberCount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'weekly_data (2)'!$G$3:$G$10</c:f>
              <c:strCache>
                <c:ptCount val="7"/>
                <c:pt idx="0">
                  <c:v>Saturday</c:v>
                </c:pt>
                <c:pt idx="1">
                  <c:v>Sunday</c:v>
                </c:pt>
                <c:pt idx="2">
                  <c:v>Friday</c:v>
                </c:pt>
                <c:pt idx="3">
                  <c:v>Thursday</c:v>
                </c:pt>
                <c:pt idx="4">
                  <c:v>Wednesday</c:v>
                </c:pt>
                <c:pt idx="5">
                  <c:v>Monday</c:v>
                </c:pt>
                <c:pt idx="6">
                  <c:v>Tuesday</c:v>
                </c:pt>
              </c:strCache>
            </c:strRef>
          </c:cat>
          <c:val>
            <c:numRef>
              <c:f>'weekly_data (2)'!$J$3:$J$10</c:f>
              <c:numCache>
                <c:formatCode>General</c:formatCode>
                <c:ptCount val="7"/>
                <c:pt idx="0">
                  <c:v>135186</c:v>
                </c:pt>
                <c:pt idx="1">
                  <c:v>119869</c:v>
                </c:pt>
                <c:pt idx="2">
                  <c:v>142452</c:v>
                </c:pt>
                <c:pt idx="3">
                  <c:v>161888</c:v>
                </c:pt>
                <c:pt idx="4">
                  <c:v>150026</c:v>
                </c:pt>
                <c:pt idx="5">
                  <c:v>131936</c:v>
                </c:pt>
                <c:pt idx="6">
                  <c:v>142701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BA-4C5F-804A-F297992CDA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0189983"/>
        <c:axId val="830190463"/>
      </c:barChart>
      <c:catAx>
        <c:axId val="83018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0190463"/>
        <c:crosses val="autoZero"/>
        <c:auto val="1"/>
        <c:lblAlgn val="ctr"/>
        <c:lblOffset val="100"/>
        <c:noMultiLvlLbl val="0"/>
      </c:catAx>
      <c:valAx>
        <c:axId val="830190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&gt;=1000000]#,##0,,,&quot;M&quot;;[&gt;=1000]#,##0,&quot;K&quot;;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0189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0C677-14FD-F949-58CF-815C5AA4E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77F50-6DE2-F804-CAD9-F0EEF90FE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520E1-1726-1F5D-E342-44DB306C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C3175-F68F-B07D-D22F-AB127A6A3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FC596-7B1A-465B-1E47-260AFB465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59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3970-F2D2-1187-1320-606571EA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03C9D-8BA0-3CB7-BE07-94C98D52C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14E1C-4B2E-DFA4-138B-DE0D09CF8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C8FD5-84D7-244C-D91A-65B11733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B46C1-AD99-2417-9669-D42AC82D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0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B53E-087D-3DAD-09D6-41A386BF0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F6ED9-3FDF-53E3-9C03-471023978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77716-9275-3E0C-E5D5-DF4FC68EE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91888-3EF5-278E-4B83-EB5D00A10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B613F-3F96-04A3-7924-00AD76B2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47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3AB1-9578-61B1-F543-DC291A366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15BEB-0F9A-EA12-77D7-8955A6A5EC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8B066-9BB4-52BB-3801-2B0513A91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0C743-216C-04AD-0C17-9525E786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265D3-76D3-2551-DA6B-9E0573E3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4DF2A-2EDD-B799-8D35-081EA1FD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2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0C25-92F7-C0AD-1506-553135DB3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D3811-D06C-58DC-69A2-4AE84208C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CB6AB-D84D-7E0D-7047-69D2DA075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67F57-3700-24AD-0E07-3FB84739E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0EE5C-EDCD-77B5-17B4-297A8C56F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E78193-D534-9266-20AF-FE896732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D2129B-6245-D5B8-7811-71F3619F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779718-8EAE-9D60-8431-86CCABF0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3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30C53-50C2-75C8-D46F-18398472A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20E4F-B896-5EC8-1642-F14FB0218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30B1C-FC86-9ECE-E34B-77DE95AF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9BAE4-DA18-2A64-C664-924F255D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34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E37D9E-BB6C-D6BF-27B9-13AE5A887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1715DF-5926-4AB2-28DA-9C9204673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2AF4F-4549-0CDA-A7FF-B86BE99A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9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018C5-5C6D-527F-914C-3D749B489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C7FC7-5827-C35F-956F-65FACE62E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22B48-8061-BE18-69AB-7BF8B1A27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2EE5E-99A1-5760-C070-53CC40A8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BE21C-4CD0-ABBC-2D2F-3D220099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A2C55-8D5C-6907-4427-11E71AE6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18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92381-D4B6-B12A-3BBF-AB7B0E2CB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EB4B38-11DB-EFD2-BB29-67AE1D9B54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DDDAD-3C0D-3638-F9AD-5366CCAE4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118D5-531A-FAA6-C057-CF7F737C4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8FFE7-624B-A384-D45E-DF14675FF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2BB93-59FB-9270-CE09-C46C7B4E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26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908CC-22D8-CD38-0AF1-8D364521A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03F63-E111-A90D-EC2E-29E8D6D44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F140C-F9E4-59FA-946E-AC11BE79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9DAA6-C0D6-8009-89EC-CB03946D1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8D8E3-EC74-0879-6E02-44F3C1A6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42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D2D83C-ED3E-FC3D-59DD-A76358FD3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87062-80E1-5F96-17FA-D456A0CFC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95E01-0653-F1A7-CA0D-F1695D7D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67077-F22C-AAA0-03B2-9EC9EB578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137BE-1FA1-8ED5-B44C-48DB4205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8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6CB22-E2CE-2297-908E-24487BB3C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6C196-3D2C-6CB4-6E2C-BCA865B55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C2D5D-1D8C-1C99-2DB6-8FF26675D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5B4E1-6067-1B8B-D3FA-5F0BA316E3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CE57A-BC49-0C7C-3DFA-E939B6A79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16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6A8E-993E-60A0-C5C3-777EFE5E1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9376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Cyclistic  Bike Share Analysis 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7E63C-EB52-78FD-A8DD-96D1B69AD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4936" y="4470718"/>
            <a:ext cx="9144000" cy="165576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https://www.kaggle.com/datasets/evangower/cyclistic-bike-share.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Period – July 2021 to September 2021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114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FC065-1A16-31AB-CB7E-2F00440C8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Ride and  Monthly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D2D48E-5BF2-4C48-A82A-4EA37DD702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4231106"/>
              </p:ext>
            </p:extLst>
          </p:nvPr>
        </p:nvGraphicFramePr>
        <p:xfrm>
          <a:off x="7282434" y="2456255"/>
          <a:ext cx="4404360" cy="2554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627909-6BC5-0E2A-CAC3-2E24BE684298}"/>
              </a:ext>
            </a:extLst>
          </p:cNvPr>
          <p:cNvSpPr txBox="1"/>
          <p:nvPr/>
        </p:nvSpPr>
        <p:spPr>
          <a:xfrm>
            <a:off x="505206" y="2856573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rides dropped by ~10% from July to September.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steady month-by-month decline.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Summary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member and casual rides are gradually decreasing.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Showing lower engagement across all rider types.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818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B85F-3AAF-7DC1-40BC-0F350B568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" y="429133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58364E-D8FE-93FC-CE83-86EF84A26571}"/>
              </a:ext>
            </a:extLst>
          </p:cNvPr>
          <p:cNvSpPr txBox="1"/>
          <p:nvPr/>
        </p:nvSpPr>
        <p:spPr>
          <a:xfrm>
            <a:off x="304038" y="2627668"/>
            <a:ext cx="5557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 rides are dropping overtime.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rides remain steady.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27CA0A5-B363-4674-BA79-2D71315C5D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2472479"/>
              </p:ext>
            </p:extLst>
          </p:nvPr>
        </p:nvGraphicFramePr>
        <p:xfrm>
          <a:off x="5955002" y="1966222"/>
          <a:ext cx="6105934" cy="3227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274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998F-CEE0-B1BD-3345-36AE9C4F7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" y="50006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Average Duration by User Type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94D993-F312-4A2F-A153-61C1E34150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3335147"/>
              </p:ext>
            </p:extLst>
          </p:nvPr>
        </p:nvGraphicFramePr>
        <p:xfrm>
          <a:off x="6096000" y="1825625"/>
          <a:ext cx="5864352" cy="34230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96108C7A-1E8F-5E25-C428-4E5A9391C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48" y="2936975"/>
            <a:ext cx="53309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duration is declining each month for both user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Casual riders have longer average ride durations than members.</a:t>
            </a:r>
          </a:p>
        </p:txBody>
      </p:sp>
    </p:spTree>
    <p:extLst>
      <p:ext uri="{BB962C8B-B14F-4D97-AF65-F5344CB8AC3E}">
        <p14:creationId xmlns:p14="http://schemas.microsoft.com/office/powerpoint/2010/main" val="2125327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A89C-BB8A-361B-AAC8-4373E1D63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44" y="447421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Average Duration by Bike Type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A830F2-9DC7-55B5-3395-76BEFF705F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5864" y="3428019"/>
            <a:ext cx="490423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Classic bikes: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Main contributor to the overall drop.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Docked bikes: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Largest percentage decline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 bikes: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Slight decrease, relatively stable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DEFF4F0-5EE4-4315-BE6F-F6CFB7BEFA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6337468"/>
              </p:ext>
            </p:extLst>
          </p:nvPr>
        </p:nvGraphicFramePr>
        <p:xfrm>
          <a:off x="6661380" y="2149346"/>
          <a:ext cx="4904231" cy="37576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1338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4C2AE-A92B-342E-21C6-2889C2A9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006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11489D-D29D-4B2C-BD35-FECE6CE47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1766018"/>
              </p:ext>
            </p:extLst>
          </p:nvPr>
        </p:nvGraphicFramePr>
        <p:xfrm>
          <a:off x="6096000" y="1825625"/>
          <a:ext cx="5809488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C93987B-5769-AC3E-F28B-7590C6E8F7CA}"/>
              </a:ext>
            </a:extLst>
          </p:cNvPr>
          <p:cNvSpPr txBox="1"/>
          <p:nvPr/>
        </p:nvSpPr>
        <p:spPr>
          <a:xfrm>
            <a:off x="454152" y="3670083"/>
            <a:ext cx="53522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rides gradually decrease from weekend to weekdays.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rides are steady throughout the week.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 rides peak on weekends and drop during weekdays.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51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71FD-7A0B-B981-9594-D02336B87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EE577-FC85-2141-2A23-174BA5275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210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summary, ride counts are declining month by month, so it is important to take targeted actions to boost overall usage.</a:t>
            </a:r>
          </a:p>
        </p:txBody>
      </p:sp>
    </p:spTree>
    <p:extLst>
      <p:ext uri="{BB962C8B-B14F-4D97-AF65-F5344CB8AC3E}">
        <p14:creationId xmlns:p14="http://schemas.microsoft.com/office/powerpoint/2010/main" val="1078319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219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Cyclistic  Bike Share Analysis  Initial Insights</vt:lpstr>
      <vt:lpstr>Total Ride and  Monthly Summary</vt:lpstr>
      <vt:lpstr>Daily Summary</vt:lpstr>
      <vt:lpstr>Monthly Average Duration by User Type</vt:lpstr>
      <vt:lpstr>Monthly Average Duration by Bike Type</vt:lpstr>
      <vt:lpstr>Weekly Summary</vt:lpstr>
      <vt:lpstr>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myat myatnwe</dc:creator>
  <cp:lastModifiedBy>myat myatnwe</cp:lastModifiedBy>
  <cp:revision>5</cp:revision>
  <dcterms:created xsi:type="dcterms:W3CDTF">2025-10-11T16:02:48Z</dcterms:created>
  <dcterms:modified xsi:type="dcterms:W3CDTF">2025-10-12T05:54:17Z</dcterms:modified>
</cp:coreProperties>
</file>